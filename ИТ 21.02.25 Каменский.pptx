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54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First Food Shop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Интернет-магазин продуктов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719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63688" y="260648"/>
            <a:ext cx="5987008" cy="1162050"/>
          </a:xfrm>
        </p:spPr>
        <p:txBody>
          <a:bodyPr/>
          <a:lstStyle/>
          <a:p>
            <a:pPr algn="ctr"/>
            <a:r>
              <a:rPr lang="ru-RU" dirty="0"/>
              <a:t>Диаграмма </a:t>
            </a:r>
            <a:r>
              <a:rPr lang="ru-RU" dirty="0" smtClean="0"/>
              <a:t>прецедентов работы Интернет-магазина </a:t>
            </a:r>
            <a:r>
              <a:rPr lang="en-US" dirty="0" smtClean="0"/>
              <a:t>First Food Shop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8507288" cy="985788"/>
          </a:xfrm>
        </p:spPr>
        <p:txBody>
          <a:bodyPr/>
          <a:lstStyle/>
          <a:p>
            <a:r>
              <a:rPr lang="ru-RU" dirty="0" smtClean="0"/>
              <a:t>Диаграмма прецедентов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84984"/>
            <a:ext cx="9059584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857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7824" y="476672"/>
            <a:ext cx="3008313" cy="432048"/>
          </a:xfrm>
        </p:spPr>
        <p:txBody>
          <a:bodyPr anchor="t"/>
          <a:lstStyle/>
          <a:p>
            <a:pPr algn="ctr"/>
            <a:r>
              <a:rPr lang="ru-RU" dirty="0" smtClean="0"/>
              <a:t>Дизайн приложения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627784" y="1772816"/>
            <a:ext cx="3816423" cy="1129803"/>
          </a:xfrm>
        </p:spPr>
        <p:txBody>
          <a:bodyPr/>
          <a:lstStyle/>
          <a:p>
            <a:r>
              <a:rPr lang="ru-RU" dirty="0" smtClean="0"/>
              <a:t>Экран загрузки приложения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0807"/>
            <a:ext cx="1512168" cy="3317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3306470"/>
            <a:ext cx="1440160" cy="3211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Текст 3"/>
          <p:cNvSpPr txBox="1">
            <a:spLocks/>
          </p:cNvSpPr>
          <p:nvPr/>
        </p:nvSpPr>
        <p:spPr>
          <a:xfrm>
            <a:off x="3131840" y="4347230"/>
            <a:ext cx="3816423" cy="1129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/>
              <a:t>Экран регистрации/входа в приложение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054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</Words>
  <Application>Microsoft Office PowerPoint</Application>
  <PresentationFormat>Экран (4:3)</PresentationFormat>
  <Paragraphs>7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First Food Shop</vt:lpstr>
      <vt:lpstr>Диаграмма прецедентов работы Интернет-магазина First Food Shop</vt:lpstr>
      <vt:lpstr>Дизайн приложения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Food Shop</dc:title>
  <dc:creator>Student02</dc:creator>
  <cp:lastModifiedBy>Student02</cp:lastModifiedBy>
  <cp:revision>4</cp:revision>
  <dcterms:created xsi:type="dcterms:W3CDTF">2025-02-21T10:35:24Z</dcterms:created>
  <dcterms:modified xsi:type="dcterms:W3CDTF">2025-02-21T11:11:45Z</dcterms:modified>
</cp:coreProperties>
</file>